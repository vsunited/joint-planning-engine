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OPERATION SENTINEL RESOLVE</a:t>
            </a:r>
          </a:p>
          <a:p>
            <a:r>
              <a:t>PLANORD 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MISSION</a:t>
            </a:r>
          </a:p>
          <a:p>
            <a:r>
              <a:t>CJTF-HOA conducts maritime security operations in the Bab-el-Mandeb NLT 15 NOV 26 to restore freedom of navigation.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EXECUTION</a:t>
            </a:r>
          </a:p>
          <a:p>
            <a:r>
              <a:t>(a) establish maritime escort for commercial shipping</a:t>
            </a:r>
          </a:p>
          <a:p>
            <a:r>
              <a:t>(b) conduct strikes against ASCM launch sites as authorized</a:t>
            </a:r>
          </a:p>
          <a:p>
            <a:r>
              <a:t>(c) coordinate with partner naval forces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